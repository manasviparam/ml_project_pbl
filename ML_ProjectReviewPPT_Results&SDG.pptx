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0BB937-82D2-4ED2-9524-082D3768275F}" v="3" dt="2026-10-05T03:09:11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vi P" userId="90a382a216f624c2" providerId="LiveId" clId="{0369FF3C-5F86-4BCE-8101-6D3CD86302D7}"/>
    <pc:docChg chg="addSld delSld modSld sldOrd">
      <pc:chgData name="Manasvi P" userId="90a382a216f624c2" providerId="LiveId" clId="{0369FF3C-5F86-4BCE-8101-6D3CD86302D7}" dt="2026-10-05T03:33:14.172" v="70" actId="47"/>
      <pc:docMkLst>
        <pc:docMk/>
      </pc:docMkLst>
      <pc:sldChg chg="del">
        <pc:chgData name="Manasvi P" userId="90a382a216f624c2" providerId="LiveId" clId="{0369FF3C-5F86-4BCE-8101-6D3CD86302D7}" dt="2026-10-05T03:33:13.260" v="56" actId="47"/>
        <pc:sldMkLst>
          <pc:docMk/>
          <pc:sldMk cId="0" sldId="256"/>
        </pc:sldMkLst>
      </pc:sldChg>
      <pc:sldChg chg="del">
        <pc:chgData name="Manasvi P" userId="90a382a216f624c2" providerId="LiveId" clId="{0369FF3C-5F86-4BCE-8101-6D3CD86302D7}" dt="2026-10-05T03:33:13.769" v="57" actId="47"/>
        <pc:sldMkLst>
          <pc:docMk/>
          <pc:sldMk cId="0" sldId="257"/>
        </pc:sldMkLst>
      </pc:sldChg>
      <pc:sldChg chg="del">
        <pc:chgData name="Manasvi P" userId="90a382a216f624c2" providerId="LiveId" clId="{0369FF3C-5F86-4BCE-8101-6D3CD86302D7}" dt="2026-10-05T03:33:13.795" v="58" actId="47"/>
        <pc:sldMkLst>
          <pc:docMk/>
          <pc:sldMk cId="0" sldId="258"/>
        </pc:sldMkLst>
      </pc:sldChg>
      <pc:sldChg chg="del">
        <pc:chgData name="Manasvi P" userId="90a382a216f624c2" providerId="LiveId" clId="{0369FF3C-5F86-4BCE-8101-6D3CD86302D7}" dt="2026-10-05T03:33:13.849" v="59" actId="47"/>
        <pc:sldMkLst>
          <pc:docMk/>
          <pc:sldMk cId="0" sldId="259"/>
        </pc:sldMkLst>
      </pc:sldChg>
      <pc:sldChg chg="del">
        <pc:chgData name="Manasvi P" userId="90a382a216f624c2" providerId="LiveId" clId="{0369FF3C-5F86-4BCE-8101-6D3CD86302D7}" dt="2026-10-05T03:33:13.876" v="60" actId="47"/>
        <pc:sldMkLst>
          <pc:docMk/>
          <pc:sldMk cId="0" sldId="260"/>
        </pc:sldMkLst>
      </pc:sldChg>
      <pc:sldChg chg="del">
        <pc:chgData name="Manasvi P" userId="90a382a216f624c2" providerId="LiveId" clId="{0369FF3C-5F86-4BCE-8101-6D3CD86302D7}" dt="2026-10-05T03:33:13.898" v="61" actId="47"/>
        <pc:sldMkLst>
          <pc:docMk/>
          <pc:sldMk cId="0" sldId="261"/>
        </pc:sldMkLst>
      </pc:sldChg>
      <pc:sldChg chg="del">
        <pc:chgData name="Manasvi P" userId="90a382a216f624c2" providerId="LiveId" clId="{0369FF3C-5F86-4BCE-8101-6D3CD86302D7}" dt="2026-10-05T03:33:13.934" v="62" actId="47"/>
        <pc:sldMkLst>
          <pc:docMk/>
          <pc:sldMk cId="0" sldId="262"/>
        </pc:sldMkLst>
      </pc:sldChg>
      <pc:sldChg chg="del">
        <pc:chgData name="Manasvi P" userId="90a382a216f624c2" providerId="LiveId" clId="{0369FF3C-5F86-4BCE-8101-6D3CD86302D7}" dt="2026-10-05T03:33:13.955" v="63" actId="47"/>
        <pc:sldMkLst>
          <pc:docMk/>
          <pc:sldMk cId="0" sldId="263"/>
        </pc:sldMkLst>
      </pc:sldChg>
      <pc:sldChg chg="del">
        <pc:chgData name="Manasvi P" userId="90a382a216f624c2" providerId="LiveId" clId="{0369FF3C-5F86-4BCE-8101-6D3CD86302D7}" dt="2026-10-05T03:33:13.976" v="64" actId="47"/>
        <pc:sldMkLst>
          <pc:docMk/>
          <pc:sldMk cId="0" sldId="264"/>
        </pc:sldMkLst>
      </pc:sldChg>
      <pc:sldChg chg="del">
        <pc:chgData name="Manasvi P" userId="90a382a216f624c2" providerId="LiveId" clId="{0369FF3C-5F86-4BCE-8101-6D3CD86302D7}" dt="2026-10-05T03:33:14.009" v="65" actId="47"/>
        <pc:sldMkLst>
          <pc:docMk/>
          <pc:sldMk cId="0" sldId="265"/>
        </pc:sldMkLst>
      </pc:sldChg>
      <pc:sldChg chg="del ord">
        <pc:chgData name="Manasvi P" userId="90a382a216f624c2" providerId="LiveId" clId="{0369FF3C-5F86-4BCE-8101-6D3CD86302D7}" dt="2026-10-05T03:33:14.072" v="67" actId="47"/>
        <pc:sldMkLst>
          <pc:docMk/>
          <pc:sldMk cId="0" sldId="266"/>
        </pc:sldMkLst>
      </pc:sldChg>
      <pc:sldChg chg="del">
        <pc:chgData name="Manasvi P" userId="90a382a216f624c2" providerId="LiveId" clId="{0369FF3C-5F86-4BCE-8101-6D3CD86302D7}" dt="2026-10-05T03:33:14.044" v="66" actId="47"/>
        <pc:sldMkLst>
          <pc:docMk/>
          <pc:sldMk cId="0" sldId="267"/>
        </pc:sldMkLst>
      </pc:sldChg>
      <pc:sldChg chg="del">
        <pc:chgData name="Manasvi P" userId="90a382a216f624c2" providerId="LiveId" clId="{0369FF3C-5F86-4BCE-8101-6D3CD86302D7}" dt="2026-10-05T03:33:14.172" v="70" actId="47"/>
        <pc:sldMkLst>
          <pc:docMk/>
          <pc:sldMk cId="0" sldId="268"/>
        </pc:sldMkLst>
      </pc:sldChg>
      <pc:sldChg chg="addSp modSp new del mod">
        <pc:chgData name="Manasvi P" userId="90a382a216f624c2" providerId="LiveId" clId="{0369FF3C-5F86-4BCE-8101-6D3CD86302D7}" dt="2026-10-05T03:33:14.089" v="68" actId="47"/>
        <pc:sldMkLst>
          <pc:docMk/>
          <pc:sldMk cId="1614085585" sldId="269"/>
        </pc:sldMkLst>
        <pc:picChg chg="add mod">
          <ac:chgData name="Manasvi P" userId="90a382a216f624c2" providerId="LiveId" clId="{0369FF3C-5F86-4BCE-8101-6D3CD86302D7}" dt="2026-09-26T05:58:43.501" v="4" actId="14100"/>
          <ac:picMkLst>
            <pc:docMk/>
            <pc:sldMk cId="1614085585" sldId="269"/>
            <ac:picMk id="3" creationId="{39241E0A-B2BD-2A4F-815B-053C0C0439AB}"/>
          </ac:picMkLst>
        </pc:picChg>
      </pc:sldChg>
      <pc:sldChg chg="addSp modSp new del mod">
        <pc:chgData name="Manasvi P" userId="90a382a216f624c2" providerId="LiveId" clId="{0369FF3C-5F86-4BCE-8101-6D3CD86302D7}" dt="2026-10-05T03:33:14.129" v="69" actId="47"/>
        <pc:sldMkLst>
          <pc:docMk/>
          <pc:sldMk cId="723675334" sldId="270"/>
        </pc:sldMkLst>
        <pc:spChg chg="add mod">
          <ac:chgData name="Manasvi P" userId="90a382a216f624c2" providerId="LiveId" clId="{0369FF3C-5F86-4BCE-8101-6D3CD86302D7}" dt="2026-10-05T03:09:45.355" v="51" actId="14100"/>
          <ac:spMkLst>
            <pc:docMk/>
            <pc:sldMk cId="723675334" sldId="270"/>
            <ac:spMk id="3" creationId="{75B47DFE-F2BD-03E0-67D4-FFB513F6AAE6}"/>
          </ac:spMkLst>
        </pc:spChg>
        <pc:spChg chg="add mod">
          <ac:chgData name="Manasvi P" userId="90a382a216f624c2" providerId="LiveId" clId="{0369FF3C-5F86-4BCE-8101-6D3CD86302D7}" dt="2026-10-05T03:09:32.053" v="48" actId="14100"/>
          <ac:spMkLst>
            <pc:docMk/>
            <pc:sldMk cId="723675334" sldId="270"/>
            <ac:spMk id="4" creationId="{6EE128C6-3899-DD4A-EDAF-E05625B457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11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Manasvi P</cp:lastModifiedBy>
  <cp:revision>1</cp:revision>
  <dcterms:created xsi:type="dcterms:W3CDTF">2026-08-29T04:58:30Z</dcterms:created>
  <dcterms:modified xsi:type="dcterms:W3CDTF">2026-10-05T03:33:23Z</dcterms:modified>
</cp:coreProperties>
</file>